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_laun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515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SpendWise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28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</a:defRPr>
            </a:pPr>
            <a:r>
              <a:t>Private, Payday-Aligned Personal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77639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Master your daily spending with zero cloud friction, instant 1-tap presets, and real-life 25th-to-24th salary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242316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100% Offline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Local SQLite &amp; Zero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4892040"/>
            <a:ext cx="242316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25th - 24th Cycle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Matches Real-Life Paydays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4892040"/>
            <a:ext cx="242316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&lt; 1s 1-Tap Entry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Instant Presets &amp; Soft Undo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3416" y="4892040"/>
            <a:ext cx="242316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162 / 162 Tests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100% Passing &amp; Apache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MARKET 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Traditional Finance Apps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Over 80% of users abandon expense tracking apps within their first week.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1. The '1st of the Month' Fallacy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Traditional apps tie budgets strictly to calendar months (1st to 30th).</a:t>
            </a:r>
            <a:br/>
            <a:br/>
            <a:r>
              <a:t>In reality, professionals receive salaries on the 25th, resulting in artificial deficits, skewed metrics, and month-end confusion.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01168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2. High Entry Friction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Logging a single cup of coffee takes 4 to 5 screens, category dropdowns, date pickers, and confirmations.</a:t>
            </a:r>
            <a:br/>
            <a:br/>
            <a:r>
              <a:t>When entry takes more than 3 seconds, users quit tracking within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201168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3. Cloud Bloat &amp; Privacy Liabilities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Forced account signups, mandatory bank linking, third-party analytics, and advertising SDKs.</a:t>
            </a:r>
            <a:br/>
            <a:br/>
            <a:r>
              <a:t>Apps exceed 150MB, leak financial data to cloud servers, and fail offline.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CORE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Designed for Daily Speed &amp; Simplicity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Every architectural choice was made to make tracking frictionless and transparent.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16636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Realistic 25th-to-24th Cycles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Budgets automatically align with your actual salary cycle.</a:t>
            </a:r>
            <a:br/>
            <a:r>
              <a:t>Smooth transition every 25th with rollover reminders, safe daily pace, and zero manual setup.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11680"/>
            <a:ext cx="516636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Zero Cloud, Instant SQLite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100% on-device SQLite database via Drift.</a:t>
            </a:r>
            <a:br/>
            <a:r>
              <a:t>Instant queries, airplane-mode ready, zero telemetry, and complete ownership of your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516636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Strict Category Segregation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No confusing merged categories.</a:t>
            </a:r>
            <a:br/>
            <a:r>
              <a:t>Expense categories carry monthly budget limits, while Income categories track salary and secondary revenue.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206240"/>
            <a:ext cx="516636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Lightweight Craftsmanship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Optimized APK: 22.7 MB ARM64 / 62.1 MB Universal.</a:t>
            </a:r>
            <a:br/>
            <a:r>
              <a:t>Clean Material 3 with high-contrast Dark Mode tokens, smooth 60fps animations, and zero bloat.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FRICTIONLESS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1-Tap Direct Quick Presets &amp; Soft 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Log frequent daily transactions directly from the dashboard in less than one second.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12064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Instant Ledger Insertion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Tapping a preset chip (e.g. 'Espresso • 45.00 EGP') immediately writes to SQLite without opening forms or dialogs.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12064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3-Second Auto-Dismissing Undo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 clean floating SnackBar confirms the entry with an Undo button. It automatically slides away after 3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12064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Dynamic Budget Monitoring &amp; Haptics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Budget limits update instantly upon logging. Gentle tactile vibration provides reassuring physical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DASHBOARD PRESETS EXPERIENCE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1-Tap Chips Available on Home Screen:</a:t>
            </a:r>
            <a:br/>
            <a:r>
              <a:t>• ☕ Espresso • 45.00 EGP</a:t>
            </a:r>
            <a:br/>
            <a:r>
              <a:t>• 🥗 Work Lunch • 120.00 EGP</a:t>
            </a:r>
            <a:br/>
            <a:r>
              <a:t>• 🚕 Daily Commute • 35.00 EGP</a:t>
            </a:r>
            <a:br/>
            <a:r>
              <a:t>• 🛒 Supermarket • 250.00 EGP</a:t>
            </a:r>
          </a:p>
          <a:p>
            <a:br/>
            <a:pPr>
              <a:defRPr sz="1100">
                <a:solidFill>
                  <a:srgbClr val="16A34A"/>
                </a:solidFill>
              </a:defRPr>
            </a:pPr>
            <a:r>
              <a:t>Immediate Confirmation Banner:</a:t>
            </a:r>
            <a:br/>
            <a:r>
              <a:t>[ ✓ Added 'Espresso' (45.00 EGP)       UNDO ]</a:t>
            </a:r>
            <a:br/>
            <a:r>
              <a:t>↳ Slides away automatically after 3.0s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DAILY FINANCIAL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Daily Spending Clarity &amp; Dynamic Safe 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Know what you spent today and what you can safely spend tomorrow.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12064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TODAY'S SPENDING CARD (DASHBOARD)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355.00 EGP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2 expenses logged today • Within safe pace</a:t>
            </a:r>
          </a:p>
          <a:p>
            <a:br/>
            <a:pPr>
              <a:defRPr sz="1100">
                <a:solidFill>
                  <a:srgbClr val="F59E0B"/>
                </a:solidFill>
              </a:defRPr>
            </a:pPr>
            <a:r>
              <a:t>Daily Safe Pace Badge: ~958.22 EGP / day</a:t>
            </a:r>
            <a:br/>
            <a:r>
              <a:t>Formula: Remaining Cycle Budget ÷ Days Remaining</a:t>
            </a:r>
            <a:br/>
            <a:br/>
            <a:r>
              <a:t>• If you spend less today, tomorrow's allowance grows.</a:t>
            </a:r>
            <a:br/>
            <a:r>
              <a:t>• If you spend more, it gracefully adjusts downwards.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TRANSACTIONS CHRONOLOGICAL DAY HEADERS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[ Today ] — Spent: 355.00 EGP</a:t>
            </a:r>
            <a:br/>
            <a:r>
              <a:t>  • Grocery Supermarket .............. 310.00 EGP</a:t>
            </a:r>
            <a:br/>
            <a:r>
              <a:t>  • Morning Espresso ................. 45.00 EGP</a:t>
            </a:r>
            <a:br/>
            <a:br/>
            <a:r>
              <a:t>[ Yesterday ] — Spent: 180.00 EGP</a:t>
            </a:r>
            <a:br/>
            <a:r>
              <a:t>  • Pharmacy Medicines ............... 180.00 EGP</a:t>
            </a:r>
            <a:br/>
            <a:br/>
            <a:r>
              <a:t>[ Wed, 14 Oct ] — Spent: 95.00 EGP</a:t>
            </a:r>
            <a:br/>
            <a:r>
              <a:t>  • Commute Fuel ..................... 95.00 EGP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AUTOMATED WEALTH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Savings Vault &amp; Surplus Sweeper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Turn month-end leftovers into long-term wealth without manual transfers.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12064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AUTOMATIC CLOSEOUT SWEEPER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Salary Rollover Closeout:</a:t>
            </a:r>
            <a:br/>
            <a:r>
              <a:t>  When a new 25th arrives, unspent operational budget isn't lost or reset — it is swept into your Savings Vault.</a:t>
            </a:r>
            <a:br/>
            <a:br/>
            <a:r>
              <a:t>• Rollover Preview Dialog:</a:t>
            </a:r>
            <a:br/>
            <a:r>
              <a:t>  Shows exact surplus amount with custom allocation controls:</a:t>
            </a:r>
            <a:br/>
            <a:r>
              <a:t>  - Sweep 100% to Emergency Fund</a:t>
            </a:r>
            <a:br/>
            <a:r>
              <a:t>  - Split between Travel &amp; Tech Goals</a:t>
            </a:r>
            <a:br/>
            <a:r>
              <a:t>  - Carry forward to next month's allowance</a:t>
            </a:r>
            <a:br/>
            <a:br/>
            <a:r>
              <a:t>• Eliminates End-of-Month Leakage:</a:t>
            </a:r>
            <a:br/>
            <a:r>
              <a:t>  Unallocated money doesn't disappear into casual spending.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MULTI-GOAL VAULT &amp; DISCIPLINE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Dedicated Multi-Target Goals:</a:t>
            </a:r>
            <a:br/>
            <a:r>
              <a:t>  Create named vaults with target dates and target amounts:</a:t>
            </a:r>
            <a:br/>
            <a:r>
              <a:t>  🛡️ Emergency Fund ............. 18,500 / 30,000 EGP (61%)</a:t>
            </a:r>
            <a:br/>
            <a:r>
              <a:t>  ✈️ Summer Vacation ........... 8,200 / 12,000 EGP (68%)</a:t>
            </a:r>
            <a:br/>
            <a:r>
              <a:t>  💻 Tech Hardware Upgrade ...... 4,000 / 15,000 EGP (26%)</a:t>
            </a:r>
            <a:br/>
            <a:br/>
            <a:r>
              <a:t>• Unallocated Income Synchronization:</a:t>
            </a:r>
            <a:br/>
            <a:r>
              <a:t>  Income exceeding planned category budgets automatically populates Vault Available Capital.</a:t>
            </a:r>
            <a:br/>
            <a:br/>
            <a:r>
              <a:t>• Deposit &amp; Withdrawal History:</a:t>
            </a:r>
            <a:br/>
            <a:r>
              <a:t>  Full audit log with timestamps and rationale.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GLOBAL 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Native Bilingual &amp; Full Arabic RTL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Complete right-to-left UI mirroring with Eastern Arabic numerals and currency.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12064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FIRST-CLASS RTL MIRRORING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Complete Layout Mirroring:</a:t>
            </a:r>
            <a:br/>
            <a:r>
              <a:t>  Every UI component respects Directionality:</a:t>
            </a:r>
            <a:br/>
            <a:r>
              <a:t>  - Floating action buttons reposition seamlessly.</a:t>
            </a:r>
            <a:br/>
            <a:r>
              <a:t>  - Navigation drawer and back buttons flip correctly.</a:t>
            </a:r>
            <a:br/>
            <a:r>
              <a:t>  - Progress bars, charts, and cards align naturally.</a:t>
            </a:r>
            <a:br/>
            <a:br/>
            <a:r>
              <a:t>• 1-Tap Instant Language Switch:</a:t>
            </a:r>
            <a:br/>
            <a:r>
              <a:t>  Toggle between English and Arabic instantly in Settings without requiring an app restart.</a:t>
            </a:r>
            <a:br/>
            <a:br/>
            <a:r>
              <a:t>• Culturally Fluent Translation:</a:t>
            </a:r>
            <a:br/>
            <a:r>
              <a:t>  Professional terminology crafted specifically for personal finance in the Arab world.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EASTERN ARABIC NUMERALS &amp; LOCAL CURRENCY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Eastern Arabic Digits (٠ ١ ٢ ٣ ٤ ٥ ٦ ٧ ٨ ٩):</a:t>
            </a:r>
            <a:br/>
            <a:r>
              <a:t>  Optional toggle to render all numeric values, dates, and amounts in traditional Eastern Arabic numerals.</a:t>
            </a:r>
            <a:br/>
            <a:br/>
            <a:r>
              <a:t>• Localized Currency Representation:</a:t>
            </a:r>
            <a:br/>
            <a:r>
              <a:t>  Seamless switching between 'EGP' and 'ج.م' (Egyptian Pound), USD, EUR, and more.</a:t>
            </a:r>
            <a:br/>
            <a:br/>
            <a:r>
              <a:t>• Strict Bi-Directional Typography:</a:t>
            </a:r>
            <a:br/>
            <a:r>
              <a:t>  Text frames and number formatting maintain perfect baseline alignment across bilingual strings.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BANK-GRADE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Bank-Grade Security &amp; Data Portability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Protecting your financial records with zero third-party exposure.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12064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CRYPTOGRAPHIC PIN &amp; BIOMETRICS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Salted SHA-256 Hashing:</a:t>
            </a:r>
            <a:br/>
            <a:r>
              <a:t>  Your PIN is cryptographically hashed with local salt. Raw PINs never touch disk, logs, or network.</a:t>
            </a:r>
            <a:br/>
            <a:br/>
            <a:r>
              <a:t>• Biometric Authentication:</a:t>
            </a:r>
            <a:br/>
            <a:r>
              <a:t>  Fast fingerprint and face unlock via local_auth.</a:t>
            </a:r>
            <a:br/>
            <a:br/>
            <a:r>
              <a:t>• Smart Lifecycle Awareness:</a:t>
            </a:r>
            <a:br/>
            <a:r>
              <a:t>  - Swiping status bar / Wi-Fi toggle (inactive): Session remains active.</a:t>
            </a:r>
            <a:br/>
            <a:r>
              <a:t>  - App sent to background or phone locked (paused): Immediately re-locks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OFFLINE BACKUP &amp; CSV PORTABILITY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100% Offline JSON Backup &amp; Restore:</a:t>
            </a:r>
            <a:br/>
            <a:r>
              <a:t>  Export full encrypted JSON database backups to transfer to new devices or store securely offline.</a:t>
            </a:r>
            <a:br/>
            <a:br/>
            <a:r>
              <a:t>• 1-Tap CSV Data Portability:</a:t>
            </a:r>
            <a:br/>
            <a:r>
              <a:t>  Export all transactions or filtered cycle records directly to Excel or Google Sheets.</a:t>
            </a:r>
            <a:br/>
            <a:br/>
            <a:r>
              <a:t>• Zero Cloud Exposure:</a:t>
            </a:r>
            <a:br/>
            <a:r>
              <a:t>  No servers, no tracking SDKs, no external ads. Your financial life belongs solely to you.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ENGINEERING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Modern Architecture &amp; Automated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Built on clean architecture with 100% passing automated test coverage.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1206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TECHNICAL STACK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Framework: Flutter 3.x / Dart 3.x</a:t>
            </a:r>
            <a:br/>
            <a:r>
              <a:t>• State Management: Riverpod 2 (Notifier / Unidirectional)</a:t>
            </a:r>
            <a:br/>
            <a:r>
              <a:t>• Database: Drift (Type-safe SQLite ORM)</a:t>
            </a:r>
            <a:br/>
            <a:r>
              <a:t>• Math: Integer Minor Units (Zero floating-point errors)</a:t>
            </a:r>
            <a:br/>
            <a:r>
              <a:t>• Notifications: flutter_local_notifications + flutter_timezone</a:t>
            </a:r>
            <a:br/>
            <a:r>
              <a:t>• Theming: ThemeContextExt (High contrast Dark/Light tokens)</a:t>
            </a:r>
            <a:br/>
            <a:r>
              <a:t>• Binary Size: 22.7 MB (ARM64) / 62.1 MB (Universal)</a:t>
            </a:r>
            <a:br/>
            <a:r>
              <a:t>• Code Quality: 0 analyzer issues, 0 lint warnings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AUTOMATED TEST SUITE: 162 / 162 PASSING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Money Value Object Tests:</a:t>
            </a:r>
            <a:br/>
            <a:r>
              <a:t>  Exact addition, subtraction, division, and rounding.</a:t>
            </a:r>
            <a:br/>
            <a:br/>
            <a:r>
              <a:t>• Budget Cycle Calculator Tests:</a:t>
            </a:r>
            <a:br/>
            <a:r>
              <a:t>  25th-to-24th salary boundary transitions &amp; leap years.</a:t>
            </a:r>
            <a:br/>
            <a:br/>
            <a:r>
              <a:t>• Savings Vault &amp; Sweeper Tests:</a:t>
            </a:r>
            <a:br/>
            <a:r>
              <a:t>  Surplus sweeping, multi-goal progress, unallocated sync.</a:t>
            </a:r>
            <a:br/>
            <a:br/>
            <a:r>
              <a:t>• Database Integrity &amp; Migration Tests:</a:t>
            </a:r>
            <a:br/>
            <a:r>
              <a:t>  Foreign keys, cascade renaming, safe deletion.</a:t>
            </a:r>
            <a:br/>
            <a:br/>
            <a:r>
              <a:t>• Security &amp; Lifecycle Widget Tests:</a:t>
            </a:r>
            <a:br/>
            <a:r>
              <a:t>  PIN hashing, inactive vs paused status, biometrics.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OPEN SOURCE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SpendWise: v1.0.0 Ready &amp; Future Horizons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Empowering users with effortless financial clarity every single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12064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WHAT SETS SPENDWISE APART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Built for real paydays: 25th-to-24th salary cycle.</a:t>
            </a:r>
            <a:br/>
            <a:r>
              <a:t>• Sub-second entry: 1-Tap quick presets with Undo.</a:t>
            </a:r>
            <a:br/>
            <a:r>
              <a:t>• Automated savings: Surplus sweeper &amp; multi-goal vault.</a:t>
            </a:r>
            <a:br/>
            <a:r>
              <a:t>• Native Arabic RTL: Full mirroring &amp; Eastern numerals.</a:t>
            </a:r>
            <a:br/>
            <a:r>
              <a:t>• 100% privacy: Zero tracking, local SQLite storage.</a:t>
            </a:r>
            <a:br/>
            <a:r>
              <a:t>• Production-ready: 162 automated tests, 22.7 MB APK.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OPEN SOURCE &amp; UPCOMING HORIZONS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Open Source: Apache License 2.0</a:t>
            </a:r>
            <a:br/>
            <a:r>
              <a:t>  GitHub: https://github.com/hosamsemry/SpendWise</a:t>
            </a:r>
            <a:br/>
            <a:br/>
            <a:r>
              <a:t>• Upcoming v1.1 Horizon:</a:t>
            </a:r>
            <a:br/>
            <a:r>
              <a:t>  - Multi-Currency Conversion with cached offline exchange rates</a:t>
            </a:r>
            <a:br/>
            <a:r>
              <a:t>  - Camera Receipt OCR for automatic expense drafting</a:t>
            </a:r>
            <a:br/>
            <a:r>
              <a:t>  - Interactive Category Donut Chart in Reports</a:t>
            </a:r>
            <a:br/>
            <a:r>
              <a:t>  - Recurring Subscriptions &amp; Utility Bills Calendar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