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_laun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8FAFC"/>
                </a:solidFill>
              </a:defRPr>
            </a:pPr>
            <a:r>
              <a:t>SpendWise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2C55E"/>
                </a:solidFill>
              </a:defRPr>
            </a:pPr>
            <a:r>
              <a:t>Smart, Simple &amp; Offline-First Personal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Master your daily spending with zero cloud friction, instant 1-tap presets, and real-life 25th-to-24th salary cycles.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242316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100% Offline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Local SQLite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5029200"/>
            <a:ext cx="242316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25th - 24th Cycle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Matches real paydays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5029200"/>
            <a:ext cx="242316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&lt; 1s Entry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1-Tap Quick Presets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3416" y="5029200"/>
            <a:ext cx="242316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90 / 90 Tests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100% passing 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MARKET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Traditional Finance Apps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Over 80% of users abandon expense tracking apps within their first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1. High Entry Friction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Logging a cup of coffee takes 4 to 5 screens, date pickers, notes, and confirmations.</a:t>
            </a:r>
            <a:br/>
            <a:br/>
            <a:r>
              <a:t>When entry takes more than 3 seconds, users quit logging daily expenses.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2. The '1st of the Month' Fallacy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Traditional apps tie budgets to calendar months (1st to 30th).</a:t>
            </a:r>
            <a:br/>
            <a:br/>
            <a:r>
              <a:t>In reality, professionals receive salaries on the 25th, making standard calendar reports useless for cash 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3. Cloud Bloat &amp; Privacy Risks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Forced account registrations, third-party analytics, and bank syncing dependencies.</a:t>
            </a:r>
            <a:br/>
            <a:br/>
            <a:r>
              <a:t>Apps often exceed 200MB, drain battery, and store personal financial records on external servers.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CORE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Designed for Daily Speed &amp; Simplicity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Every architectural choice was made to make tracking frictionless and transparent.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6636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Realistic 25th-to-24th Cycles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Budgets automatically align with your actual salary cycle.</a:t>
            </a:r>
            <a:br/>
            <a:r>
              <a:t>Smooth transition every 25th with rollover reminders, safe daily pace, and zero manual setup.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16636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Zero Cloud, Instant SQLite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100% on-device SQLite database via Drift.</a:t>
            </a:r>
            <a:br/>
            <a:r>
              <a:t>Instant queries, airplane-mode ready, zero telemetry, and complete ownership of your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516636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Segregated Categories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 confusing merged categories.</a:t>
            </a:r>
            <a:br/>
            <a:r>
              <a:t>Expense categories carry monthly budget limits, while Income categories track salary and secondary revenue.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206240"/>
            <a:ext cx="516636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00" b="1">
                <a:solidFill>
                  <a:srgbClr val="22C55E"/>
                </a:solidFill>
              </a:defRPr>
            </a:pPr>
            <a:r>
              <a:t>Lightweight Craftsmanship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Optimized APK bundle size under 80MB.</a:t>
            </a:r>
            <a:br/>
            <a:r>
              <a:t>Clean Material 3 with high-contrast Dark Mode tokens, smooth 60fps animations, and zero bloat.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FRICTIONLESS 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1-Tap Direct Quick Presets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Log frequent daily transactions directly from the dashboard in less than one second.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82880" rIns="18288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Instant Ledger Insertion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Tapping a preset chip (e.g. 'Espresso • 45.00 EGP') immediately writes to SQLite without opening dialogs.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512064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82880" rIns="18288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3-Second Auto-Dismissing Undo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 clean floating SnackBar confirms the entry with an Undo button. It automatically slides away after 3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512064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82880" rIns="18288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Dynamic Budget Monitoring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Even with 1-tap logging, budget limits are immediately calculated. Alerts trigger if approaching category thresholds.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DASHBOARD PRESETS EXPERIENCE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1-Tap Chips Available on Home Screen:</a:t>
            </a:r>
            <a:br/>
            <a:r>
              <a:t>• ☕ Espresso • 45.00 EGP</a:t>
            </a:r>
            <a:br/>
            <a:r>
              <a:t>• 🥗 Work Lunch • 120.00 EGP</a:t>
            </a:r>
            <a:br/>
            <a:r>
              <a:t>• 🚕 Daily Commute • 35.00 EGP</a:t>
            </a:r>
            <a:br/>
            <a:r>
              <a:t>• 🛒 Supermarket • 250.00 EGP</a:t>
            </a:r>
          </a:p>
          <a:p>
            <a:br/>
            <a:pPr>
              <a:defRPr sz="1100">
                <a:solidFill>
                  <a:srgbClr val="22C55E"/>
                </a:solidFill>
              </a:defRPr>
            </a:pPr>
            <a:r>
              <a:t>Immediate Confirmation Banner:</a:t>
            </a:r>
            <a:br/>
            <a:r>
              <a:t>[ ✓ Added 'Espresso' (45.00 EGP)       UNDO ]</a:t>
            </a:r>
            <a:br/>
            <a:r>
              <a:t>↳ Slides away automatically after 3.0s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DAILY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Daily Spending Sum &amp; Dynamic Safe 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Know what you spent today and what you can safely spend tomorrow.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t>TODAY'S SPENDING CARD (DASHBOARD)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355.00 EGP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2 expenses logged today • Within safe pace</a:t>
            </a:r>
          </a:p>
          <a:p>
            <a:br/>
            <a:pPr>
              <a:defRPr sz="1100">
                <a:solidFill>
                  <a:srgbClr val="F59E0B"/>
                </a:solidFill>
              </a:defRPr>
            </a:pPr>
            <a:r>
              <a:t>Daily Safe Pace Badge: ~958.22 EGP / day</a:t>
            </a:r>
            <a:br/>
            <a:r>
              <a:t>Formula: Remaining Cycle Budget ÷ Days Remaining</a:t>
            </a:r>
            <a:br/>
            <a:br/>
            <a:r>
              <a:t>• If you spend less today, tomorrow's allowance grows.</a:t>
            </a:r>
            <a:br/>
            <a:r>
              <a:t>• If you spend more, it gracefully adjusts downwards.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TRANSACTIONS CHRONOLOGICAL DAY HEADERS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[ Today ] — Spent: 355.00 EGP</a:t>
            </a:r>
            <a:br/>
            <a:r>
              <a:t>  • Grocery Supermarket .............. 310.00 EGP</a:t>
            </a:r>
            <a:br/>
            <a:r>
              <a:t>  • Morning Espresso ................. 45.00 EGP</a:t>
            </a:r>
            <a:br/>
            <a:br/>
            <a:r>
              <a:t>[ Yesterday ] — Spent: 180.00 EGP</a:t>
            </a:r>
            <a:br/>
            <a:r>
              <a:t>  • Pharmacy Medicines ............... 180.00 EGP</a:t>
            </a:r>
            <a:br/>
            <a:br/>
            <a:r>
              <a:t>[ Wed, 14 Oct ] — Spent: 95.00 EGP</a:t>
            </a:r>
            <a:br/>
            <a:r>
              <a:t>  • Commute Fuel ..................... 95.00 EGP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REPORTING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Visual Reports &amp; Cash Flow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Comprehensive budget analysis without complicated accounting spreadsheets.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Category Spending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Ranked expense breakdown with percentage share progress bars.</a:t>
            </a:r>
            <a:br/>
            <a:br/>
            <a:r>
              <a:t>Quickly identify where the largest share of your budget went during the current 25th-to-24th cycle.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22C55E"/>
                </a:solidFill>
              </a:defRPr>
            </a:pPr>
            <a:r>
              <a:t>Budget vs. Actual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Real-time limit tracking with visual progress indicators:</a:t>
            </a:r>
            <a:br/>
            <a:br/>
            <a:r>
              <a:t>• Green: Safe spending</a:t>
            </a:r>
            <a:br/>
            <a:r>
              <a:t>• Amber: Near 80% limit warning</a:t>
            </a:r>
            <a:br/>
            <a:r>
              <a:t>• Red: Overspent category alert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2011680"/>
            <a:ext cx="3328416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MoM Cash Flow Bar Chart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Historical month-over-month bar chart comparing:</a:t>
            </a:r>
            <a:br/>
            <a:br/>
            <a:r>
              <a:t>• Total Income vs. Total Expenses</a:t>
            </a:r>
            <a:br/>
            <a:r>
              <a:t>• Net savings margin and rate</a:t>
            </a:r>
            <a:br/>
            <a:r>
              <a:t>• Fully interactive across past salary cycles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PRIVACY &amp;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Bank-Grade Security &amp; Smart PIN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Protecting your financial data with zero annoying interruptions.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t>SMART 4-DIGIT PIN LOCK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Cryptographic SHA-256 Hashing:</a:t>
            </a:r>
            <a:br/>
            <a:r>
              <a:t>  Your PIN is salted and hashed locally. The raw PIN never touches disk, logs, or network.</a:t>
            </a:r>
            <a:br/>
            <a:br/>
            <a:r>
              <a:t>• Smart Lifecycle Awareness:</a:t>
            </a:r>
            <a:br/>
            <a:r>
              <a:t>  Unlike basic PIN locks, SpendWise understands system states:</a:t>
            </a:r>
            <a:br/>
            <a:r>
              <a:t>  - Swiping status bar / Wi-Fi toggle (inactive): Session remains unlocked.</a:t>
            </a:r>
            <a:br/>
            <a:r>
              <a:t>  - Leaving app or locking screen (paused): Immediately locks the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RELIABLE NOTIFICATIONS &amp; CSV EXPORT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Daily Evening Reminder:</a:t>
            </a:r>
            <a:br/>
            <a:r>
              <a:t>  Scheduled local alarm (default 9:00 PM) prompting you to record expenses.</a:t>
            </a:r>
            <a:br/>
            <a:r>
              <a:t>  Uses flutter_timezone to detect exact IANA timezones (e.g. Africa/Cairo) and Android exact alarms.</a:t>
            </a:r>
            <a:br/>
            <a:br/>
            <a:r>
              <a:t>• 1-Tap CSV Data Portability:</a:t>
            </a:r>
            <a:br/>
            <a:r>
              <a:t>  Export all transactions or current cycle summary directly to Excel or Google Sheets. 100% data ownership.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ENGINEERING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Modern Architecture &amp; Automated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Built on clean architecture with comprehensive automated test coverage.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TECHNICAL STACK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Framework: Flutter 3.x / Dart 3.x</a:t>
            </a:r>
            <a:br/>
            <a:r>
              <a:t>• State: Riverpod 2 (Notifier / Unidirectional flow)</a:t>
            </a:r>
            <a:br/>
            <a:r>
              <a:t>• Database: Drift (Type-safe SQLite ORM)</a:t>
            </a:r>
            <a:br/>
            <a:r>
              <a:t>• Math: Integer Minor Units (Zero floating-point errors)</a:t>
            </a:r>
            <a:br/>
            <a:r>
              <a:t>• Notifications: flutter_local_notifications + flutter_timezone</a:t>
            </a:r>
            <a:br/>
            <a:r>
              <a:t>• Theming: ThemeContextExt (High contrast Dark/Light tokens)</a:t>
            </a:r>
            <a:br/>
            <a:r>
              <a:t>• APK Size: Strictly under 80MB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t>AUTOMATED TEST SUITE: 90 / 90 PASSING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Money Value Object Tests:</a:t>
            </a:r>
            <a:br/>
            <a:r>
              <a:t>  Exact addition, subtraction, division, and rounding.</a:t>
            </a:r>
            <a:br/>
            <a:br/>
            <a:r>
              <a:t>• Budget Cycle Calculator Tests:</a:t>
            </a:r>
            <a:br/>
            <a:r>
              <a:t>  25th-to-24th salary boundary transitions &amp; leap years.</a:t>
            </a:r>
            <a:br/>
            <a:br/>
            <a:r>
              <a:t>• Database Integrity Tests:</a:t>
            </a:r>
            <a:br/>
            <a:r>
              <a:t>  Foreign keys, cascade renaming, and safe deletion.</a:t>
            </a:r>
            <a:br/>
            <a:br/>
            <a:r>
              <a:t>• Security &amp; Lifecycle Widget Tests:</a:t>
            </a:r>
            <a:br/>
            <a:r>
              <a:t>  Validating PIN hashing, status bar swipe, and pause lock.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C55E"/>
                </a:solidFill>
              </a:defRPr>
            </a:pPr>
            <a:r>
              <a:t>SUMMARY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SpendWise: The Future of Personal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Empowering users with effortless financial clarity every single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22C55E"/>
                </a:solidFill>
              </a:defRPr>
            </a:pPr>
            <a:r>
              <a:t>WHAT SETS SPENDWISE APART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Built for real paydays: 25th-to-24th salary cycle.</a:t>
            </a:r>
            <a:br/>
            <a:r>
              <a:t>• Sub-second entry: 1-Tap quick presets with Undo.</a:t>
            </a:r>
            <a:br/>
            <a:r>
              <a:t>• Instant daily feedback: Today's spending &amp; safe pace.</a:t>
            </a:r>
            <a:br/>
            <a:r>
              <a:t>• 100% privacy: Zero tracking, local SQLite storage.</a:t>
            </a:r>
            <a:br/>
            <a:r>
              <a:t>• Light &amp; fast: Under 80MB, battery-efficient.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UPCOMING HORIZONS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Interactive Category Donut Chart:</a:t>
            </a:r>
            <a:br/>
            <a:r>
              <a:t>  Tap-to-highlight category shares in Reports.</a:t>
            </a:r>
            <a:br/>
            <a:br/>
            <a:r>
              <a:t>• 1-Tap Duplicate Entry:</a:t>
            </a:r>
            <a:br/>
            <a:r>
              <a:t>  Clone recurring transactions directly from ledger.</a:t>
            </a:r>
            <a:br/>
            <a:br/>
            <a:r>
              <a:t>• Offline Backup &amp; Restore:</a:t>
            </a:r>
            <a:br/>
            <a:r>
              <a:t>  Export and import complete JSON backups for new phones.</a:t>
            </a:r>
            <a:br/>
            <a:br/>
            <a:r>
              <a:t>• Subtle Haptic Feedback:</a:t>
            </a:r>
            <a:br/>
            <a:r>
              <a:t>  Gentle tactile vibration on preset and PIN taps.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